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94" r:id="rId1"/>
  </p:sldMasterIdLst>
  <p:notesMasterIdLst>
    <p:notesMasterId r:id="rId14"/>
  </p:notesMasterIdLst>
  <p:sldIdLst>
    <p:sldId id="270" r:id="rId2"/>
    <p:sldId id="256" r:id="rId3"/>
    <p:sldId id="271" r:id="rId4"/>
    <p:sldId id="273" r:id="rId5"/>
    <p:sldId id="259" r:id="rId6"/>
    <p:sldId id="260" r:id="rId7"/>
    <p:sldId id="261" r:id="rId8"/>
    <p:sldId id="262" r:id="rId9"/>
    <p:sldId id="264" r:id="rId10"/>
    <p:sldId id="269" r:id="rId11"/>
    <p:sldId id="263" r:id="rId12"/>
    <p:sldId id="265" r:id="rId13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lumahendhran tamilmani" initials="bt" lastIdx="2" clrIdx="0">
    <p:extLst>
      <p:ext uri="{19B8F6BF-5375-455C-9EA6-DF929625EA0E}">
        <p15:presenceInfo xmlns:p15="http://schemas.microsoft.com/office/powerpoint/2012/main" userId="ed04c70c521b02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476" y="4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155058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225914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58618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282085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295021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891449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5937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253644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10685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99459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2052497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821580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2887769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561838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2277495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55777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585786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54688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416494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F5D1-8A19-5582-C051-21169B06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62000" y="1371600"/>
            <a:ext cx="8763000" cy="738664"/>
          </a:xfrm>
        </p:spPr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WELCOME TO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B208CA-FDB1-C096-4E2E-30B15C4F2975}"/>
              </a:ext>
            </a:extLst>
          </p:cNvPr>
          <p:cNvSpPr/>
          <p:nvPr/>
        </p:nvSpPr>
        <p:spPr>
          <a:xfrm>
            <a:off x="1295400" y="3124200"/>
            <a:ext cx="8534399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DIGITAL PORTFOLIO</a:t>
            </a:r>
          </a:p>
        </p:txBody>
      </p:sp>
    </p:spTree>
    <p:extLst>
      <p:ext uri="{BB962C8B-B14F-4D97-AF65-F5344CB8AC3E}">
        <p14:creationId xmlns:p14="http://schemas.microsoft.com/office/powerpoint/2010/main" val="287186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09465" y="576262"/>
            <a:ext cx="1743075" cy="1333500"/>
            <a:chOff x="742950" y="1104900"/>
            <a:chExt cx="1743075" cy="13335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0029862" y="1636664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-2209800" y="1265516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</a:t>
            </a:r>
            <a:br>
              <a:rPr lang="en-US" b="1" i="0" dirty="0">
                <a:solidFill>
                  <a:schemeClr val="bg1"/>
                </a:solidFill>
                <a:effectLst/>
                <a:latin typeface="Roboto" panose="020F0502020204030204" pitchFamily="2" charset="0"/>
              </a:rPr>
            </a:br>
            <a:endParaRPr spc="15" dirty="0">
              <a:solidFill>
                <a:schemeClr val="bg1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1371600" y="3074939"/>
            <a:ext cx="861060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STUDENT NAME                </a:t>
            </a:r>
            <a:r>
              <a:rPr lang="en-US" sz="2400" dirty="0"/>
              <a:t>:</a:t>
            </a:r>
            <a:r>
              <a:rPr lang="en-US" sz="2400" b="1" i="1" u="sng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ISHWARYA S</a:t>
            </a:r>
          </a:p>
          <a:p>
            <a:r>
              <a:rPr lang="en-US" sz="2400" b="1" dirty="0"/>
              <a:t>REGISTER NO AND NMID</a:t>
            </a:r>
            <a:r>
              <a:rPr lang="en-US" sz="2400" dirty="0"/>
              <a:t>: astvu20920924u30009</a:t>
            </a:r>
            <a:endParaRPr lang="en-US" sz="2400" dirty="0">
              <a:cs typeface="Calibri"/>
            </a:endParaRPr>
          </a:p>
          <a:p>
            <a:r>
              <a:rPr lang="en-US" sz="2400" b="1" dirty="0"/>
              <a:t>DEPARTMENT</a:t>
            </a:r>
            <a:r>
              <a:rPr lang="en-US" sz="2400" dirty="0"/>
              <a:t>                    : SOFTWARE COMPUTER SCIENCE</a:t>
            </a:r>
          </a:p>
          <a:p>
            <a:r>
              <a:rPr lang="en-US" sz="2400" b="1" dirty="0"/>
              <a:t>COLLEGE  </a:t>
            </a:r>
            <a:r>
              <a:rPr lang="en-US" sz="2400" dirty="0"/>
              <a:t>                           : SHANMUGA INDUSTRIAL ARTS      									AND SCIENCE COLLEGE</a:t>
            </a: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28AE-35A6-B71D-AF87-CC9BCBE6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B4074-DAC8-DCD5-07C7-DA562EEADCE5}"/>
              </a:ext>
            </a:extLst>
          </p:cNvPr>
          <p:cNvSpPr txBox="1"/>
          <p:nvPr/>
        </p:nvSpPr>
        <p:spPr>
          <a:xfrm>
            <a:off x="386103" y="3233782"/>
            <a:ext cx="10053297" cy="132343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8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DIGITAL PORTFOLIO</a:t>
            </a:r>
          </a:p>
        </p:txBody>
      </p:sp>
    </p:spTree>
    <p:extLst>
      <p:ext uri="{BB962C8B-B14F-4D97-AF65-F5344CB8AC3E}">
        <p14:creationId xmlns:p14="http://schemas.microsoft.com/office/powerpoint/2010/main" val="228703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F6C9C-0551-B650-0122-98195F780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8761413" cy="10668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14771-9761-7680-D977-7D0B7F7D2618}"/>
              </a:ext>
            </a:extLst>
          </p:cNvPr>
          <p:cNvSpPr txBox="1"/>
          <p:nvPr/>
        </p:nvSpPr>
        <p:spPr>
          <a:xfrm>
            <a:off x="2667000" y="2624582"/>
            <a:ext cx="3886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D0D0D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End Users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Tools and Technologies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Portfolio design and Layout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Features and Functionality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Results and Screenshots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+mj-lt"/>
              <a:buAutoNum type="arabicPeriod"/>
            </a:pPr>
            <a:r>
              <a:rPr lang="en-US" sz="2400" b="1" dirty="0" err="1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Github</a:t>
            </a:r>
            <a:r>
              <a:rPr lang="en-US" sz="2400" b="1" dirty="0">
                <a:solidFill>
                  <a:srgbClr val="0D0D0D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Link</a:t>
            </a:r>
          </a:p>
          <a:p>
            <a:endParaRPr lang="en-IN" sz="2400" b="1" dirty="0"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92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922963"/>
            <a:ext cx="5862003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pc="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</a:t>
            </a:r>
            <a:r>
              <a:rPr spc="5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pc="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spc="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pc="-37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pc="-37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spc="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5C2D0B4-4743-3C02-3012-1D8548E2C490}"/>
              </a:ext>
            </a:extLst>
          </p:cNvPr>
          <p:cNvSpPr txBox="1"/>
          <p:nvPr/>
        </p:nvSpPr>
        <p:spPr>
          <a:xfrm>
            <a:off x="662061" y="3011160"/>
            <a:ext cx="108200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In the digital age, learners are increasingly expected to showcase their skills, 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   achievements, and competencies in ways that go beyond traditional resumes and transcripts.</a:t>
            </a:r>
          </a:p>
          <a:p>
            <a:endParaRPr lang="en-US" sz="2400" b="1" dirty="0">
              <a:latin typeface="Gabriola" panose="04040605051002020D02" pitchFamily="82" charset="0"/>
            </a:endParaRPr>
          </a:p>
          <a:p>
            <a:endParaRPr lang="en-US" sz="2400" b="1" dirty="0">
              <a:latin typeface="Gabriola" panose="04040605051002020D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 Although web-based learning platforms offer tools for content creation and    sharing, there is a gap in integrating digital portfolio development into the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    learning process in a way that is user-friendly, reflective, and aligned with industry needs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6998720" y="1345882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1105003"/>
            <a:ext cx="550862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3200"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3200"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D60391-EEEE-9353-C87F-107404C92C93}"/>
              </a:ext>
            </a:extLst>
          </p:cNvPr>
          <p:cNvSpPr txBox="1"/>
          <p:nvPr/>
        </p:nvSpPr>
        <p:spPr>
          <a:xfrm>
            <a:off x="1066800" y="2721756"/>
            <a:ext cx="9296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Gabriola" panose="04040605051002020D02" pitchFamily="82" charset="0"/>
              </a:rPr>
              <a:t>My Your Portfolio Contain(</a:t>
            </a:r>
            <a:r>
              <a:rPr lang="en-IN" sz="2400" b="1" dirty="0" err="1">
                <a:latin typeface="Gabriola" panose="04040605051002020D02" pitchFamily="82" charset="0"/>
              </a:rPr>
              <a:t>Home,About,Skill,Portfolio,Contact</a:t>
            </a:r>
            <a:r>
              <a:rPr lang="en-IN" sz="2400" b="1" dirty="0">
                <a:latin typeface="Gabriola" panose="04040605051002020D02" pitchFamily="8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 Web-based platform to create, manage, and showcase their digital portfolios.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	 The platform integrates learning resources, practical exercises, 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	and portfolio-building tools, enabling users to document their skills,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 	achievements, and projects in a professional online format.</a:t>
            </a:r>
          </a:p>
          <a:p>
            <a:endParaRPr lang="en-US" sz="2400" b="1" dirty="0">
              <a:latin typeface="Gabriola" panose="04040605051002020D02" pitchFamily="8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 Digital portfolio development, the project addresses the growing need for learners to present their competencies in a modern, accessible, and engaging format. It also encourages self-reflection, continuous learning, and professional growth</a:t>
            </a:r>
          </a:p>
          <a:p>
            <a:endParaRPr lang="en-US" sz="2400" b="1" dirty="0">
              <a:latin typeface="Gabriola" panose="04040605051002020D02" pitchFamily="82" charset="0"/>
            </a:endParaRPr>
          </a:p>
          <a:p>
            <a:endParaRPr lang="en-US" sz="2400" b="1" dirty="0">
              <a:latin typeface="Gabriola" panose="04040605051002020D02" pitchFamily="82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650095"/>
            <a:ext cx="501459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32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spc="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200" spc="-23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sz="3200" spc="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spc="-3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spc="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spc="-3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spc="3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3200" spc="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3200" spc="-4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3200" spc="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spc="-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200"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S?</a:t>
            </a:r>
            <a:endParaRPr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9A87B3-2629-8C98-5997-5DC86EFC93F4}"/>
              </a:ext>
            </a:extLst>
          </p:cNvPr>
          <p:cNvSpPr txBox="1"/>
          <p:nvPr/>
        </p:nvSpPr>
        <p:spPr>
          <a:xfrm>
            <a:off x="723900" y="2629435"/>
            <a:ext cx="79111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Students Learners</a:t>
            </a:r>
            <a:r>
              <a:rPr lang="en-US" sz="2000" dirty="0"/>
              <a:t> : Who need to showcase academic achievements, Projects, and skills.</a:t>
            </a:r>
          </a:p>
          <a:p>
            <a:endParaRPr lang="en-US" sz="2000" dirty="0"/>
          </a:p>
          <a:p>
            <a:r>
              <a:rPr lang="en-US" sz="2000" b="1" dirty="0"/>
              <a:t>Job Seekers Professionals</a:t>
            </a:r>
            <a:r>
              <a:rPr lang="en-US" sz="2000" dirty="0"/>
              <a:t> : Who want to present their work experience, certifications, </a:t>
            </a:r>
          </a:p>
          <a:p>
            <a:endParaRPr lang="en-US" sz="2000" dirty="0"/>
          </a:p>
          <a:p>
            <a:r>
              <a:rPr lang="en-US" sz="2000" b="1" dirty="0"/>
              <a:t>Secondary End </a:t>
            </a:r>
            <a:r>
              <a:rPr lang="en-US" sz="2000" b="1" dirty="0" err="1"/>
              <a:t>UsersEducators</a:t>
            </a:r>
            <a:r>
              <a:rPr lang="en-US" sz="2000" b="1" dirty="0"/>
              <a:t> Mentors :</a:t>
            </a:r>
            <a:r>
              <a:rPr lang="en-US" sz="2000" dirty="0"/>
              <a:t> Who review student portfolios to assess progress, provide feedback, or evaluate competencies</a:t>
            </a:r>
          </a:p>
          <a:p>
            <a:endParaRPr lang="en-US" sz="2000" dirty="0"/>
          </a:p>
          <a:p>
            <a:r>
              <a:rPr lang="en-US" sz="2000" b="1" dirty="0"/>
              <a:t>Employers Recruiters</a:t>
            </a:r>
            <a:r>
              <a:rPr lang="en-US" sz="2000" dirty="0"/>
              <a:t> :who access digital portfolios to verify skills and make hiring decisions.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</a:t>
            </a:r>
            <a:endParaRPr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8</a:t>
            </a:fld>
            <a:endParaRPr spc="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4A2B14-0DA9-E6F8-97A6-FC609FE94E6F}"/>
              </a:ext>
            </a:extLst>
          </p:cNvPr>
          <p:cNvSpPr txBox="1"/>
          <p:nvPr/>
        </p:nvSpPr>
        <p:spPr>
          <a:xfrm>
            <a:off x="1154762" y="2937629"/>
            <a:ext cx="85699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HTML, CSS, JavaScript  for building the structure, design, and interactivity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      of the portfolio platform.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Code </a:t>
            </a:r>
            <a:r>
              <a:rPr lang="en-US" sz="2400" b="1" dirty="0" err="1">
                <a:latin typeface="Gabriola" panose="04040605051002020D02" pitchFamily="82" charset="0"/>
              </a:rPr>
              <a:t>Editter</a:t>
            </a:r>
            <a:r>
              <a:rPr lang="en-US" sz="2400" b="1" dirty="0">
                <a:latin typeface="Gabriola" panose="04040605051002020D02" pitchFamily="82" charset="0"/>
              </a:rPr>
              <a:t> →Visual studio code or </a:t>
            </a:r>
            <a:r>
              <a:rPr lang="en-US" sz="2400" b="1" dirty="0" err="1">
                <a:latin typeface="Gabriola" panose="04040605051002020D02" pitchFamily="82" charset="0"/>
              </a:rPr>
              <a:t>Codepen</a:t>
            </a:r>
            <a:r>
              <a:rPr lang="en-US" sz="2400" b="1" dirty="0">
                <a:latin typeface="Gabriola" panose="04040605051002020D02" pitchFamily="82" charset="0"/>
              </a:rPr>
              <a:t> and Posting platform(</a:t>
            </a:r>
            <a:r>
              <a:rPr lang="en-US" sz="2400" b="1" dirty="0" err="1">
                <a:latin typeface="Gabriola" panose="04040605051002020D02" pitchFamily="82" charset="0"/>
              </a:rPr>
              <a:t>Hithub</a:t>
            </a:r>
            <a:r>
              <a:rPr lang="en-US" sz="2400" b="1" dirty="0">
                <a:latin typeface="Gabriola" panose="04040605051002020D02" pitchFamily="82" charset="0"/>
              </a:rPr>
              <a:t> Pages)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Backend Tools Backend Tools (Node.js, PHP, or Python/Django) →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      for server-side logic, authentication, and data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Database (MySQL, MongoDB, or Firebase) → to store user data, portfolios,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      and media files.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389" y="1143000"/>
            <a:ext cx="879475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800" b="1" spc="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POTFOLIO DESIGN AND LAYOUT</a:t>
            </a:r>
            <a:endParaRPr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780CF-0EAA-08A5-5319-1872E4E9A3E0}"/>
              </a:ext>
            </a:extLst>
          </p:cNvPr>
          <p:cNvSpPr txBox="1"/>
          <p:nvPr/>
        </p:nvSpPr>
        <p:spPr>
          <a:xfrm>
            <a:off x="914400" y="3429000"/>
            <a:ext cx="9601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The design and layout of a digital portfolio are essential for presenting a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     learner’s achievements, skills, and experiences in a clear,</a:t>
            </a:r>
          </a:p>
          <a:p>
            <a:r>
              <a:rPr lang="en-US" sz="2400" b="1" dirty="0">
                <a:latin typeface="Gabriola" panose="04040605051002020D02" pitchFamily="82" charset="0"/>
              </a:rPr>
              <a:t>     professional, and engaging manner.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Home / About 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Skills- HTML 90%, </a:t>
            </a:r>
            <a:r>
              <a:rPr lang="en-US" sz="2400" b="1" dirty="0" err="1">
                <a:latin typeface="Gabriola" panose="04040605051002020D02" pitchFamily="82" charset="0"/>
              </a:rPr>
              <a:t>Css</a:t>
            </a:r>
            <a:r>
              <a:rPr lang="en-US" sz="2400" b="1" dirty="0">
                <a:latin typeface="Gabriola" panose="04040605051002020D02" pitchFamily="82" charset="0"/>
              </a:rPr>
              <a:t> 50% ,Aws 30% , Python 40%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Gabriola" panose="04040605051002020D02" pitchFamily="82" charset="0"/>
              </a:rPr>
              <a:t>Contact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Gabriola" panose="04040605051002020D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FBCE7-095A-BAFA-7097-1F01DC14B176}"/>
              </a:ext>
            </a:extLst>
          </p:cNvPr>
          <p:cNvSpPr txBox="1"/>
          <p:nvPr/>
        </p:nvSpPr>
        <p:spPr>
          <a:xfrm>
            <a:off x="882967" y="2362200"/>
            <a:ext cx="11049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Gabriola" panose="04040605051002020D02" pitchFamily="82" charset="0"/>
              </a:rPr>
              <a:t>Project Showcase: A gallery to display projects, with images, videos, and descriptions.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Gabriola" panose="04040605051002020D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Gabriola" panose="04040605051002020D02" pitchFamily="82" charset="0"/>
              </a:rPr>
              <a:t>SEO Optimization: Built-in optimization for search engines to improve visibility.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Gabriola" panose="04040605051002020D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Gabriola" panose="04040605051002020D02" pitchFamily="82" charset="0"/>
              </a:rPr>
              <a:t>Collaboration Tools: Features for multiple users to contribute, comment, and feedback on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Gabriola" panose="04040605051002020D02" pitchFamily="82" charset="0"/>
            </a:endParaRPr>
          </a:p>
          <a:p>
            <a:endParaRPr lang="en-US" sz="2000" b="1" dirty="0">
              <a:latin typeface="Gabriola" panose="04040605051002020D02" pitchFamily="82" charset="0"/>
            </a:endParaRPr>
          </a:p>
          <a:p>
            <a:endParaRPr lang="en-US" sz="2000" b="1" dirty="0">
              <a:latin typeface="Gabriola" panose="04040605051002020D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Gabriola" panose="04040605051002020D02" pitchFamily="82" charset="0"/>
              </a:rPr>
              <a:t>User Profiles: Customizable profiles to showcase user information, skills, and experience.</a:t>
            </a:r>
          </a:p>
          <a:p>
            <a:endParaRPr lang="en-US" sz="2000" b="1" dirty="0">
              <a:latin typeface="Gabriola" panose="04040605051002020D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Gabriola" panose="04040605051002020D02" pitchFamily="82" charset="0"/>
              </a:rPr>
              <a:t>Security and Backup: Regular backups and secure data storage to protect user content.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Gabriola" panose="04040605051002020D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Gabriola" panose="04040605051002020D02" pitchFamily="82" charset="0"/>
              </a:rPr>
              <a:t>Integration: Potential integration with social media, LinkedIn, or other platforms.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12FE25-D38B-FFD9-2595-A0D9AF7151C2}"/>
              </a:ext>
            </a:extLst>
          </p:cNvPr>
          <p:cNvSpPr/>
          <p:nvPr/>
        </p:nvSpPr>
        <p:spPr>
          <a:xfrm>
            <a:off x="882967" y="4208859"/>
            <a:ext cx="10681335" cy="152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766507"/>
            <a:ext cx="8480425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800" spc="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SCREENSHOTS</a:t>
            </a:r>
            <a:endParaRPr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89F6498-6EA3-AACE-FB08-5E4B645BE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576" y="1857375"/>
            <a:ext cx="4114800" cy="1695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4CE5C05-A1D6-A7A8-A782-067C47601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901" y="1857375"/>
            <a:ext cx="3943350" cy="18192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2A8314F-E5ED-45D0-2E6A-18466609C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76" y="3331015"/>
            <a:ext cx="3962400" cy="16859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24CF9D3-2DD7-43E8-FB64-DC7DA97171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501" y="4920029"/>
            <a:ext cx="3952875" cy="18192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B880B4C-D0F4-FF14-CB6C-EEEEB61838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820" y="4909723"/>
            <a:ext cx="4796682" cy="1793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8200" y="788754"/>
            <a:ext cx="457866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12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0DA24D-AFEF-D3E7-62C5-6E26B28AEF9A}"/>
              </a:ext>
            </a:extLst>
          </p:cNvPr>
          <p:cNvSpPr txBox="1"/>
          <p:nvPr/>
        </p:nvSpPr>
        <p:spPr>
          <a:xfrm>
            <a:off x="1333500" y="2769930"/>
            <a:ext cx="9525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Gabriola" panose="04040605051002020D02" pitchFamily="82" charset="0"/>
              </a:rPr>
              <a:t>Project </a:t>
            </a:r>
            <a:r>
              <a:rPr lang="en-US" sz="3200" b="1" dirty="0" err="1">
                <a:latin typeface="Gabriola" panose="04040605051002020D02" pitchFamily="82" charset="0"/>
              </a:rPr>
              <a:t>ConclusionThe</a:t>
            </a:r>
            <a:r>
              <a:rPr lang="en-US" sz="3200" b="1" dirty="0">
                <a:latin typeface="Gabriola" panose="04040605051002020D02" pitchFamily="82" charset="0"/>
              </a:rPr>
              <a:t> portfolio website project has been successfully designed and developed to showcase Ishwarya S's skills and experience as a web and automation developer. The website provides a clean and modern interface, easy navigation, and a clear showcase of projects and accomplishments.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459</TotalTime>
  <Words>610</Words>
  <Application>Microsoft Office PowerPoint</Application>
  <PresentationFormat>Widescreen</PresentationFormat>
  <Paragraphs>87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Arial Black</vt:lpstr>
      <vt:lpstr>Calibri</vt:lpstr>
      <vt:lpstr>Century Gothic</vt:lpstr>
      <vt:lpstr>Gabriola</vt:lpstr>
      <vt:lpstr>MV Boli</vt:lpstr>
      <vt:lpstr>Roboto</vt:lpstr>
      <vt:lpstr>Times New Roman</vt:lpstr>
      <vt:lpstr>Trebuchet MS</vt:lpstr>
      <vt:lpstr>Wingdings 3</vt:lpstr>
      <vt:lpstr>Ion Boardroom</vt:lpstr>
      <vt:lpstr>WELCOME TO</vt:lpstr>
      <vt:lpstr>DIGITAL PORTFOLIO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balumahendhran tamilmani</cp:lastModifiedBy>
  <cp:revision>36</cp:revision>
  <dcterms:created xsi:type="dcterms:W3CDTF">2024-03-29T15:07:22Z</dcterms:created>
  <dcterms:modified xsi:type="dcterms:W3CDTF">2025-09-03T03:02:41Z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